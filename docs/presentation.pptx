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CLINE AI BUILDER HACKATHON  ·  ROUND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[PRODUCT NAME]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868680" y="2697480"/>
            <a:ext cx="20116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71800"/>
            <a:ext cx="8778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mobile-first, low-data web app where students explain concepts to an AI “confused junior” in English or Hindi — and the teacher sees exactly what didn’t stick.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of 2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Classes 3–12  ·  English + Hindi  ·  Built in a 5-hour window with Cline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166360"/>
            <a:ext cx="6949440" cy="658368"/>
          </a:xfrm>
          <a:prstGeom prst="roundRect">
            <a:avLst>
              <a:gd name="adj" fmla="val 8333"/>
            </a:avLst>
          </a:prstGeom>
          <a:solidFill>
            <a:srgbClr val="111C33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5166360"/>
            <a:ext cx="6675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email  ·  no app install  ·  no device per student  ·  no copyrighted textbook content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INDIAN CLASSROOMS, CLASSES 3–12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1371600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81328"/>
            <a:ext cx="108813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Rote learning: answers are memorised; understanding is never checked.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teacher handles 40–60 students — sometimes several grades in one room.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 ideas and weak foundations stay hidden until the final exam.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 students study in a language they don’t think in.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▪"/>
            </a:pPr>
            <a:r>
              <a:rPr lang="en-US" sz="1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Rural reality: one shared phone, no device per student, no student email, low data.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5349240"/>
            <a:ext cx="10881360" cy="77724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5349240"/>
            <a:ext cx="82296" cy="777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34924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Early-grade gaps compound into later classes — and no one sees where understanding broke.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PLAN.md §1 and §11; README “Problem”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LOOP: TEACH · EXPLAIN · SEE WHAT DIDN’T STICK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1371600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81328"/>
            <a:ext cx="3502152" cy="3886200"/>
          </a:xfrm>
          <a:prstGeom prst="roundRect">
            <a:avLst>
              <a:gd name="adj" fmla="val 1305"/>
            </a:avLst>
          </a:prstGeom>
          <a:solidFill>
            <a:srgbClr val="F1F5F9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81328"/>
            <a:ext cx="77724" cy="3886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609344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“confused junior”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77824" y="2011680"/>
            <a:ext cx="3044952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explain a concept in their own words — not recite it.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junior asks ONE question per turn and never reveals the answer.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3–5 private turns, in English or Hindi.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Teacher-approved material only.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481328"/>
            <a:ext cx="3502152" cy="3886200"/>
          </a:xfrm>
          <a:prstGeom prst="roundRect">
            <a:avLst>
              <a:gd name="adj" fmla="val 1305"/>
            </a:avLst>
          </a:prstGeom>
          <a:solidFill>
            <a:srgbClr val="F1F5F9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481328"/>
            <a:ext cx="77724" cy="3886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1609344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Misconception dashboard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81144" y="2011680"/>
            <a:ext cx="3044952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Per-concept status counts: understood / shaky / not yet.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Misconception clusters (tag → count) + prerequisite-gap counts.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Low-confidence review queue (confidence &lt; 70).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[VERIFY] Dashboard page is not in src/app yet — the aggregate helper and coach tools exist.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481328"/>
            <a:ext cx="3502152" cy="3886200"/>
          </a:xfrm>
          <a:prstGeom prst="roundRect">
            <a:avLst>
              <a:gd name="adj" fmla="val 1305"/>
            </a:avLst>
          </a:prstGeom>
          <a:solidFill>
            <a:srgbClr val="F1F5F9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481328"/>
            <a:ext cx="77724" cy="38862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1609344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coach (Cline SDK)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84464" y="2011680"/>
            <a:ext cx="3044952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“What should I re-teach tomorrow?” from her own class data.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read-only tools; no file, shell or web access.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Plain-call fallback if the SDK fails; one flag removes it.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[VERIFY] Coach page is not in src/app yet — /api/coach works.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614416"/>
            <a:ext cx="10908792" cy="603504"/>
          </a:xfrm>
          <a:prstGeom prst="roundRect">
            <a:avLst>
              <a:gd name="adj" fmla="val 757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614416"/>
            <a:ext cx="10515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email, no app install, no device per student — students log in with class code + roll number + a 4-digit PIN issued by the teacher.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README “Solution” / “How it works”; PLAN.md §2, §5; src/lib/ai/jobs/aggregate.ts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PHONE, PASSED AROUND — ONE FULL LOOP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flow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1371600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72768"/>
            <a:ext cx="13258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572768"/>
            <a:ext cx="11795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965960" y="2007108"/>
            <a:ext cx="256032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21992" y="1572768"/>
            <a:ext cx="13258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95144" y="1572768"/>
            <a:ext cx="11795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47872" y="2007108"/>
            <a:ext cx="256032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03904" y="1572768"/>
            <a:ext cx="13258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77056" y="1572768"/>
            <a:ext cx="11795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 login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29784" y="2007108"/>
            <a:ext cx="256032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85816" y="1572768"/>
            <a:ext cx="13258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58968" y="1572768"/>
            <a:ext cx="11795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with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junior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11696" y="2007108"/>
            <a:ext cx="256032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67728" y="1572768"/>
            <a:ext cx="13258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1572768"/>
            <a:ext cx="11795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93608" y="2007108"/>
            <a:ext cx="256032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49640" y="1572768"/>
            <a:ext cx="1325880" cy="868680"/>
          </a:xfrm>
          <a:prstGeom prst="roundRect">
            <a:avLst>
              <a:gd name="adj" fmla="val 5263"/>
            </a:avLst>
          </a:prstGeom>
          <a:solidFill>
            <a:srgbClr val="FFF7ED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22792" y="1572768"/>
            <a:ext cx="11795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49640" y="245973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[VERIFY]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75520" y="2007108"/>
            <a:ext cx="256032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131552" y="1572768"/>
            <a:ext cx="1325880" cy="868680"/>
          </a:xfrm>
          <a:prstGeom prst="roundRect">
            <a:avLst>
              <a:gd name="adj" fmla="val 5263"/>
            </a:avLst>
          </a:prstGeom>
          <a:solidFill>
            <a:srgbClr val="FFF7ED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04704" y="1572768"/>
            <a:ext cx="11795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Coach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131552" y="245973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[VERIFY]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2788920"/>
            <a:ext cx="3529584" cy="9144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731520" y="2788920"/>
            <a:ext cx="33467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[screenshot] — teacher confirms notes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34256" y="2788920"/>
            <a:ext cx="3529584" cy="9144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425696" y="2788920"/>
            <a:ext cx="33467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[screenshot] — student chatting with the junior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028432" y="2788920"/>
            <a:ext cx="3529584" cy="9144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8119872" y="2788920"/>
            <a:ext cx="33467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[screenshot] — dashboard + coach [VERIFY]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0080" y="3977640"/>
            <a:ext cx="108813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Notes: paste text → review → mandatory CONFIRM gate (text only; photo/PDF not built).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Concepts: edit rubric + wrong-idea tags, then APPROVE — students only see approved concepts.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Student: class code + roll number + PIN → pick a concept → 3–5 private turns with the junior.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student deletes the Session row and expires the cookie — the next child sees nothing.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[VERIFY] Dashboard and coach screens are not built yet, and the wired demo flow runs on deterministic mock adapters for notes extraction and chat/evaluate (src/lib/teacher/mock-extract.ts, src/lib/student/mock-junior.ts); the real AI jobs live in src/lib/ai/jobs.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src/app/** (pages + routes), src/lib/student/mock-junior.ts, README “How it works”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BOXES AND ARROWS, NO MAGIC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1371600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81328"/>
            <a:ext cx="66751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81328"/>
            <a:ext cx="6528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— Teacher (Clerk) and Student (PIN cookie)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77640" y="2121408"/>
            <a:ext cx="0" cy="27432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395728"/>
            <a:ext cx="6675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395728"/>
            <a:ext cx="65288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16 App Router — TypeScript strict + Tailwind (pages + UI)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77640" y="3108960"/>
            <a:ext cx="0" cy="27432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3383280"/>
            <a:ext cx="667512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4381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Routes = the backend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/api/teacher/*  ·  /api/student/*  ·  /api/chat/*  ·  /api/coach  ·  /api/health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977640" y="4681728"/>
            <a:ext cx="0" cy="27432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" y="4956048"/>
            <a:ext cx="6675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875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956048"/>
            <a:ext cx="65288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Atlas M0 — native mongodb 7.x driver + Zod (no ORM)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35240" y="1481328"/>
            <a:ext cx="3913632" cy="86868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 w="15875">
            <a:solidFill>
              <a:srgbClr val="1E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08392" y="1481328"/>
            <a:ext cx="3767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Clerk — teacher auth (email + password)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635240" y="2651760"/>
            <a:ext cx="3913632" cy="96012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08392" y="2651760"/>
            <a:ext cx="37673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Cline API · api.cline.bot (OpenAI-compatible)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CLINE_API_KEY for every model call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635240" y="3950208"/>
            <a:ext cx="3913632" cy="1051560"/>
          </a:xfrm>
          <a:prstGeom prst="roundRect">
            <a:avLst>
              <a:gd name="adj" fmla="val 4348"/>
            </a:avLst>
          </a:prstGeom>
          <a:solidFill>
            <a:srgbClr val="DBE4F0"/>
          </a:solidFill>
          <a:ln w="15875">
            <a:solidFill>
              <a:srgbClr val="0478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08392" y="3950208"/>
            <a:ext cx="3767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Cline SDK coach agent — 5 read-only tools, scoped to the teacher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635240" y="1920240"/>
            <a:ext cx="-265176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543800" y="16642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auth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15200" y="3657600"/>
            <a:ext cx="32004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7040880" y="34015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calls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635240" y="4480560"/>
            <a:ext cx="-265176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543800" y="42245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coach tools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package.json (next 16.4.0, mongodb ^7.7.0, zod ^4.6.5, @clerk/nextjs ^7.9.14, @cline/sdk ^0.0.92); PLAN.md §4, §6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MODEL ID LIVES IN ONE FILE: SRC/LIB/AI/MODELS.TS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models &amp; guardrails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1371600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17904"/>
          <a:ext cx="676656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60604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Job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Fallback (402/429)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extract concepts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anthropic/claude-sonnet-5.5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google/gemini-2.5-pro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junior turn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google/gemini-2.5-flash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cline-pass/deepseek-v4.1-flash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evaluate conversation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anthropic/claude-sonnet-5.5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google/gemini-2.5-pro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group misconceptions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cline-pass/qwen3.7-plus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cline-pass/deepseek-v4.1-flash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teacher coach (SDK)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cline-pass/glm-5.3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anthropic/claude-haiku-5.5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224528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visionPhoto (gemini-2.5-flash → gpt-4o) is defined but CUT from the demo. IDs are asserted against the live catalog in /api/health; cline-pass/* slugs are verified by an actual completion probe, not the catalog list.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35240" y="1517904"/>
            <a:ext cx="3913632" cy="4617720"/>
          </a:xfrm>
          <a:prstGeom prst="roundRect">
            <a:avLst>
              <a:gd name="adj" fmla="val 1168"/>
            </a:avLst>
          </a:prstGeom>
          <a:solidFill>
            <a:srgbClr val="F1F5F9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35240" y="1517904"/>
            <a:ext cx="77724" cy="46177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72984" y="1645920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872984" y="2048256"/>
            <a:ext cx="3456432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approval gate: students only ever see concepts with status = approved.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Distress handling: a deterministic detector stops the chat with a kind safety message before any model call.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Prompt-injection resistance: student text and transcripts are wrapped as DATA only, never instructions; misconception tags are clamped to the concept's own wrong-idea labels.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[VERIFY] Teacher override: schema fields exist (originalStatus / overriddenBy / overrideReason) but there is no override endpoint or UI yet.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[VERIFY] Confidence + review queue: the deterministic aggregate helper is built (confidence &lt; 70); no dashboard UI yet.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src/lib/ai/models.ts, src/lib/ai/jobs/*.ts, src/lib/ai/prompts/*.ts, src/lib/sdk/coach.ts, src/lib/types.ts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BUILD — AND INSIDE THE PRODUCT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Cline was used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1371600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5349240" cy="2377440"/>
          </a:xfrm>
          <a:prstGeom prst="roundRect">
            <a:avLst>
              <a:gd name="adj" fmla="val 1923"/>
            </a:avLst>
          </a:prstGeom>
          <a:solidFill>
            <a:srgbClr val="F1F5F9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63040"/>
            <a:ext cx="77724" cy="2377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59105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BUILD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77824" y="1993392"/>
            <a:ext cx="4892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mode first: PLAN.md v2 is the single source of truth.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task at a time, with ~5-minute integration checkpoints.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.clinerules enforce the stack and the hard rules (no ORM, no PII, no honesty violations).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tiers: strong models for schema / auth / prompts / SDK; cheap models for Tailwind / copy / i18n / README.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mistake logged in docs/build-log.md — it doubles as the demo shot list.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9632" y="1463040"/>
            <a:ext cx="5349240" cy="2377440"/>
          </a:xfrm>
          <a:prstGeom prst="roundRect">
            <a:avLst>
              <a:gd name="adj" fmla="val 1923"/>
            </a:avLst>
          </a:prstGeom>
          <a:solidFill>
            <a:srgbClr val="F1F5F9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9632" y="1463040"/>
            <a:ext cx="77724" cy="2377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59105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INSIDE THE PRODUCT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37376" y="1993392"/>
            <a:ext cx="4892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teacher coach is a Cline SDK Agent (POST /api/coach).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read-only tools over the teacher's own data; no file, shell or web tools.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Scoping is enforced in code: teacherId is captured in the agent closure, never from tool arguments.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COACH_ENABLED flag + plain-call fallback on any SDK failure or timeout.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[VERIFY] The API returns a tool trace, but there is no coach page in src/app yet to display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41648"/>
            <a:ext cx="3502152" cy="2148840"/>
          </a:xfrm>
          <a:prstGeom prst="roundRect">
            <a:avLst>
              <a:gd name="adj" fmla="val 2128"/>
            </a:avLst>
          </a:prstGeom>
          <a:solidFill>
            <a:srgbClr val="FFF7ED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041648"/>
            <a:ext cx="77724" cy="21488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169664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Entry 02, 03 — Next 16 conventions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77824" y="4572000"/>
            <a:ext cx="304495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Cline added a middleware.ts guard and Clerk's createRouteMatcher.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16 renamed the file to proxy.ts; Clerk v7 deprecated the matcher.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Fix: src/proxy.ts + resource-based auth() inside requireTeacher().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43400" y="4041648"/>
            <a:ext cx="3502152" cy="2148840"/>
          </a:xfrm>
          <a:prstGeom prst="roundRect">
            <a:avLst>
              <a:gd name="adj" fmla="val 2128"/>
            </a:avLst>
          </a:prstGeom>
          <a:solidFill>
            <a:srgbClr val="FFF7ED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3400" y="4041648"/>
            <a:ext cx="77724" cy="21488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81144" y="4169664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Entry 07 — cacheComponents conflict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581144" y="4572000"/>
            <a:ext cx="304495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Cline added export const dynamic = "force-dynamic" to three route handlers.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16 rejects segment config when cacheComponents is on.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Fix: removed it — route handlers are dynamic by default.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46720" y="4041648"/>
            <a:ext cx="3502152" cy="2148840"/>
          </a:xfrm>
          <a:prstGeom prst="roundRect">
            <a:avLst>
              <a:gd name="adj" fmla="val 2128"/>
            </a:avLst>
          </a:prstGeom>
          <a:solidFill>
            <a:srgbClr val="FFF7ED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4041648"/>
            <a:ext cx="77724" cy="21488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84464" y="4169664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Entry 09 — response wrapper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284464" y="4572000"/>
            <a:ext cx="304495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Cline parsed completions as bare OpenAI { choices }.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api.cline.bot wraps them as { data: { choices } }, so every reply would have been empty.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Fix: extractCompletionText + extractErrorMessage handle both shapes.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docs/build-log.md Entries 02, 03, 07, 09; README “How Cline was used in the build”; .clinerules; src/lib/sdk/coach.ts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BROKE, WHAT WE WON'T OVERCLAIM, WHAT COMES NEXT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Challenges, limits &amp; what's next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1371600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3502152" cy="4754880"/>
          </a:xfrm>
          <a:prstGeom prst="roundRect">
            <a:avLst>
              <a:gd name="adj" fmla="val 1305"/>
            </a:avLst>
          </a:prstGeom>
          <a:solidFill>
            <a:srgbClr val="F1F5F9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63040"/>
            <a:ext cx="77724" cy="4754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591056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we hit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77824" y="1993392"/>
            <a:ext cx="304495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Reasoning-token starvation: a max_tokens=5 probe left reasoning models with empty content, misread as “model missing”. Fixed with a 300-token probe plus per-job token budgets (Entry 10).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Response-wrapper bug: { data: { choices } } instead of bare OpenAI { choices } would have emptied every completion (Entry 09).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and ID drift: cline-pass/* slugs were absent from the live catalog (Entry 05), and a boolean narrowing helper broke the type check (Entry 08) — assert the catalog, use a type predicate.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463040"/>
            <a:ext cx="3502152" cy="4754880"/>
          </a:xfrm>
          <a:prstGeom prst="roundRect">
            <a:avLst>
              <a:gd name="adj" fmla="val 1305"/>
            </a:avLst>
          </a:prstGeom>
          <a:solidFill>
            <a:srgbClr val="F1F5F9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463040"/>
            <a:ext cx="77724" cy="4754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1591056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limits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81144" y="1993392"/>
            <a:ext cx="304495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4-digit PIN is classroom-grade — fine for ungraded practice, not for graded records.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Photo/PDF input and offline mode are not built.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Seeded rows are simulated and carry the SIMULATED badge.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grading is purely assistive; the teacher has the final word.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Hindi is only lightly tested, and no real-school results are claimed.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502152" cy="4754880"/>
          </a:xfrm>
          <a:prstGeom prst="roundRect">
            <a:avLst>
              <a:gd name="adj" fmla="val 1305"/>
            </a:avLst>
          </a:prstGeom>
          <a:solidFill>
            <a:srgbClr val="F1F5F9"/>
          </a:solidFill>
          <a:ln w="12700">
            <a:solidFill>
              <a:srgbClr val="DBE4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463040"/>
            <a:ext cx="77724" cy="47548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1591056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scope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84464" y="1993392"/>
            <a:ext cx="304495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 and PDF ingestion for teacher notes.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login for teachers.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AI-driven misconception clustering (today it is deterministic tag counts).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Streaming responses for the teacher coach.</a:t>
            </a:r>
            <a:endParaRPr lang="en-US" sz="1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Wider offline support and better language coverage.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docs/build-log.md Entries 05, 08, 09, 10; README “Honest Limitations” and “Future Scope”; PLAN.md §9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Practice Companion for Indian Classrooms</dc:title>
  <dc:subject>PptxGenJS Presentation</dc:subject>
  <dc:creator>PptxGenJS</dc:creator>
  <cp:lastModifiedBy>PptxGenJS</cp:lastModifiedBy>
  <cp:revision>1</cp:revision>
  <dcterms:created xsi:type="dcterms:W3CDTF">2026-10-10T13:59:24Z</dcterms:created>
  <dcterms:modified xsi:type="dcterms:W3CDTF">2026-10-10T13:59:24Z</dcterms:modified>
</cp:coreProperties>
</file>